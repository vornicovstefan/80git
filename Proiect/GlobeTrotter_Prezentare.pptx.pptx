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753600" cy="7315200"/>
  <p:notesSz cx="6858000" cy="9144000"/>
  <p:embeddedFontLst>
    <p:embeddedFont>
      <p:font typeface="Arial Bold" panose="020B0704020202020204" pitchFamily="34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F70E-A3F3-41F7-8BFA-F1B17F0F207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33953-8BD8-454D-ABE7-F6518193F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6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33953-8BD8-454D-ABE7-F6518193FF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8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52526" y="5700893"/>
            <a:ext cx="5320922" cy="1076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47"/>
              </a:lnSpc>
            </a:pPr>
            <a:r>
              <a:rPr lang="en-US" sz="1706" b="1" spc="-5">
                <a:solidFill>
                  <a:srgbClr val="1F4E7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Elev: Vornicov Stefan</a:t>
            </a:r>
          </a:p>
          <a:p>
            <a:pPr algn="just">
              <a:lnSpc>
                <a:spcPts val="2047"/>
              </a:lnSpc>
            </a:pPr>
            <a:r>
              <a:rPr lang="en-US" sz="1706" b="1" spc="-5">
                <a:solidFill>
                  <a:srgbClr val="1F4E7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Grupa: PTPP-251</a:t>
            </a:r>
          </a:p>
          <a:p>
            <a:pPr algn="just">
              <a:lnSpc>
                <a:spcPts val="2047"/>
              </a:lnSpc>
            </a:pPr>
            <a:r>
              <a:rPr lang="en-US" sz="1706" b="1" spc="-5">
                <a:solidFill>
                  <a:srgbClr val="1F4E7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Conducător: Adina Pîntea</a:t>
            </a:r>
          </a:p>
          <a:p>
            <a:pPr algn="just">
              <a:lnSpc>
                <a:spcPts val="2047"/>
              </a:lnSpc>
            </a:pPr>
            <a:r>
              <a:rPr lang="en-US" sz="1706" b="1" spc="-5">
                <a:solidFill>
                  <a:srgbClr val="1F4E7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1972" y="2702528"/>
            <a:ext cx="8989657" cy="42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559" b="1">
                <a:solidFill>
                  <a:srgbClr val="1F4E7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TEMA: Agentie de Turism Online - GlobeTrotter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651528" y="457876"/>
            <a:ext cx="1744647" cy="1061504"/>
            <a:chOff x="0" y="0"/>
            <a:chExt cx="2326196" cy="1415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6259" cy="1415288"/>
            </a:xfrm>
            <a:custGeom>
              <a:avLst/>
              <a:gdLst/>
              <a:ahLst/>
              <a:cxnLst/>
              <a:rect l="l" t="t" r="r" b="b"/>
              <a:pathLst>
                <a:path w="2326259" h="1415288">
                  <a:moveTo>
                    <a:pt x="0" y="0"/>
                  </a:moveTo>
                  <a:lnTo>
                    <a:pt x="2326259" y="0"/>
                  </a:lnTo>
                  <a:lnTo>
                    <a:pt x="2326259" y="1415288"/>
                  </a:lnTo>
                  <a:lnTo>
                    <a:pt x="0" y="1415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Introducere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0021" y="2209800"/>
            <a:ext cx="7887967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GlobeTrotter este o platforma web pentru rezervari turistice online.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 ales aceasta tema deoarece turismul digital este in continua crestere.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Site-ul prezinta destinatii din toata lumea, inclusiv Moldova.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Utilizatorii pot explora destinatii, se pot inregistra si face rezervari.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Proiectul foloseste HTML, CSS, JavaScript si stocare locala.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Sisteme Similare Comparate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666" y="3463057"/>
            <a:ext cx="3224660" cy="1657226"/>
            <a:chOff x="0" y="0"/>
            <a:chExt cx="4299547" cy="22096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99585" cy="2209673"/>
            </a:xfrm>
            <a:custGeom>
              <a:avLst/>
              <a:gdLst/>
              <a:ahLst/>
              <a:cxnLst/>
              <a:rect l="l" t="t" r="r" b="b"/>
              <a:pathLst>
                <a:path w="4299585" h="2209673">
                  <a:moveTo>
                    <a:pt x="0" y="0"/>
                  </a:moveTo>
                  <a:lnTo>
                    <a:pt x="4299585" y="0"/>
                  </a:lnTo>
                  <a:lnTo>
                    <a:pt x="4299585" y="2209673"/>
                  </a:lnTo>
                  <a:lnTo>
                    <a:pt x="0" y="2209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95" r="-33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666" y="1667516"/>
            <a:ext cx="3224660" cy="1657226"/>
            <a:chOff x="0" y="0"/>
            <a:chExt cx="4299547" cy="22096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99585" cy="2209673"/>
            </a:xfrm>
            <a:custGeom>
              <a:avLst/>
              <a:gdLst/>
              <a:ahLst/>
              <a:cxnLst/>
              <a:rect l="l" t="t" r="r" b="b"/>
              <a:pathLst>
                <a:path w="4299585" h="2209673">
                  <a:moveTo>
                    <a:pt x="0" y="0"/>
                  </a:moveTo>
                  <a:lnTo>
                    <a:pt x="4299585" y="0"/>
                  </a:lnTo>
                  <a:lnTo>
                    <a:pt x="4299585" y="2209673"/>
                  </a:lnTo>
                  <a:lnTo>
                    <a:pt x="0" y="2209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62" r="-72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666" y="5488310"/>
            <a:ext cx="3224660" cy="1657226"/>
            <a:chOff x="0" y="0"/>
            <a:chExt cx="4299547" cy="22096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99585" cy="2209673"/>
            </a:xfrm>
            <a:custGeom>
              <a:avLst/>
              <a:gdLst/>
              <a:ahLst/>
              <a:cxnLst/>
              <a:rect l="l" t="t" r="r" b="b"/>
              <a:pathLst>
                <a:path w="4299585" h="2209673">
                  <a:moveTo>
                    <a:pt x="0" y="0"/>
                  </a:moveTo>
                  <a:lnTo>
                    <a:pt x="4299585" y="0"/>
                  </a:lnTo>
                  <a:lnTo>
                    <a:pt x="4299585" y="2209673"/>
                  </a:lnTo>
                  <a:lnTo>
                    <a:pt x="0" y="2209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64" r="-12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582734" y="1824847"/>
            <a:ext cx="6079426" cy="102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Booking.com:</a:t>
            </a: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Rezervari hoteluri la nivel global</a:t>
            </a: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Interfata complexa, multe optiuni si filtre</a:t>
            </a:r>
          </a:p>
          <a:p>
            <a:pPr marL="219637" lvl="1" indent="-109818" algn="l">
              <a:lnSpc>
                <a:spcPts val="2047"/>
              </a:lnSpc>
              <a:buFont typeface="Arial"/>
              <a:buChar char="•"/>
            </a:pPr>
            <a:r>
              <a:rPr lang="en-US" sz="17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Comisioane mari pentru agentii si hoteluri partenere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82734" y="3653542"/>
            <a:ext cx="6079426" cy="125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TripAdvisor:</a:t>
            </a: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Comunitate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vastă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opinii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fotografii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turiști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întreaga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lume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rezervarea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directă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platformă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Lipsa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pachetelor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turistice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complete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82734" y="5712038"/>
            <a:ext cx="7426309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Pandatur.md:</a:t>
            </a: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turistica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Moldova</a:t>
            </a:r>
          </a:p>
          <a:p>
            <a:pPr marL="205909" lvl="1" indent="-102955" algn="l">
              <a:lnSpc>
                <a:spcPts val="1920"/>
              </a:lnSpc>
              <a:buFont typeface="Arial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doar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destinatii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selectate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Scopul si Obiectivele Sistemului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5327" y="1994164"/>
            <a:ext cx="7887967" cy="277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b="1">
                <a:solidFill>
                  <a:srgbClr val="1C1C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Scop: </a:t>
            </a: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Crearea unui portal turistic complet si usor de utilizat.</a:t>
            </a:r>
          </a:p>
          <a:p>
            <a:pPr algn="l">
              <a:lnSpc>
                <a:spcPts val="2304"/>
              </a:lnSpc>
            </a:pPr>
            <a:endParaRPr lang="en-US" sz="192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304"/>
              </a:lnSpc>
            </a:pPr>
            <a:r>
              <a:rPr lang="en-US" sz="1920" b="1">
                <a:solidFill>
                  <a:srgbClr val="1C1C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Obiective: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Prezentarea destinatiilor mondiale (6 continente, 30 orase).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Permiterea utilizatorilor de a se inregistra si autentifica pe platforma.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Posibilitatea de a rezerva o destinatie turistica printr-un formular online.</a:t>
            </a:r>
          </a:p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atractiv si responsive pentru toate dispozitivele.</a:t>
            </a:r>
          </a:p>
          <a:p>
            <a:pPr marL="247091" lvl="1" indent="-123546" algn="l">
              <a:lnSpc>
                <a:spcPts val="2304"/>
              </a:lnSpc>
            </a:pPr>
            <a:endParaRPr lang="en-US" sz="1920">
              <a:solidFill>
                <a:srgbClr val="1C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Cerintele Sistemului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5605" y="1827543"/>
            <a:ext cx="7887967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Home,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Moldova,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Despre Noi, Login, Register.</a:t>
            </a:r>
          </a:p>
          <a:p>
            <a:pPr algn="l">
              <a:lnSpc>
                <a:spcPts val="2304"/>
              </a:lnSpc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Autentificare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inregistrare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sesiune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gestionata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localStorage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2304"/>
              </a:lnSpc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Rezervare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accesibila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doar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utilizatorilor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logati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2304"/>
              </a:lnSpc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dinamice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destinatii.json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30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incarcat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fetch().</a:t>
            </a:r>
          </a:p>
          <a:p>
            <a:pPr algn="l">
              <a:lnSpc>
                <a:spcPts val="2304"/>
              </a:lnSpc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Stilizare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CSS,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butoane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stilizate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Arhitectura Proiectului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504800" y="4007176"/>
            <a:ext cx="3101909" cy="2171220"/>
          </a:xfrm>
          <a:custGeom>
            <a:avLst/>
            <a:gdLst/>
            <a:ahLst/>
            <a:cxnLst/>
            <a:rect l="l" t="t" r="r" b="b"/>
            <a:pathLst>
              <a:path w="3101909" h="2171220">
                <a:moveTo>
                  <a:pt x="0" y="0"/>
                </a:moveTo>
                <a:lnTo>
                  <a:pt x="3101910" y="0"/>
                </a:lnTo>
                <a:lnTo>
                  <a:pt x="3101910" y="2171220"/>
                </a:lnTo>
                <a:lnTo>
                  <a:pt x="0" y="21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3133" y="1827256"/>
            <a:ext cx="8076406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Frontend: HTML, CSS, JavaScript.</a:t>
            </a:r>
          </a:p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Date: destinatii.json incarcat dinamic cu fetch() </a:t>
            </a:r>
          </a:p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Autentificare: localStorage pentru sesiune utilizator si lista conturi.</a:t>
            </a:r>
          </a:p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Pagini dinamice: destinatii filtrate dupa continent .</a:t>
            </a:r>
          </a:p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Structura fisiere JS: login.js, register.js, auth-check.js, script-rezerva.js, despre.js.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43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Functionalitati Principale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01974" y="1891992"/>
            <a:ext cx="6379826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Harta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mondiala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6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continente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hotel,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descriere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imagine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reprezentativa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Pagina Moldova: 6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locale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preturi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MDL.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Formularul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rezervare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automata a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autentificarii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Despre Noi: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profil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echipei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contactarea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echipeii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929546-E661-E110-667E-8BCB447A4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959" y="4427793"/>
            <a:ext cx="4226840" cy="22552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F576CC-D748-8DF6-EDC4-CFAEEB8D3D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4425166"/>
            <a:ext cx="4741329" cy="22578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Demo Aplicatiei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9027" y="2209800"/>
            <a:ext cx="6687502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Home -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prezentare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footer.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Inregistrare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utilizator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redirectare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automata.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Harta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mondiala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continent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afisare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filtrate.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Rezervare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login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formular.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Pagina Moldova,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formular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Despre Noi.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Tehnologii Utilizate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4291" y="1924050"/>
            <a:ext cx="8820788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CSS3:variabile custom (--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culori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grid, flexbox,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tranzitii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fetch(),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localStorage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URLSearchParams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afisarea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orasului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URL),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addEventListener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JSON: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incarcare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dinamica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datelor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pentru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GitHub: control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versiuni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proiect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online.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5"/>
            <a:chOff x="0" y="0"/>
            <a:chExt cx="13004800" cy="1726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6"/>
            </a:xfrm>
            <a:custGeom>
              <a:avLst/>
              <a:gdLst/>
              <a:ahLst/>
              <a:cxnLst/>
              <a:rect l="l" t="t" r="r" b="b"/>
              <a:pathLst>
                <a:path w="13004800" h="1726436">
                  <a:moveTo>
                    <a:pt x="0" y="0"/>
                  </a:moveTo>
                  <a:lnTo>
                    <a:pt x="13004800" y="0"/>
                  </a:lnTo>
                  <a:lnTo>
                    <a:pt x="13004800" y="1726436"/>
                  </a:lnTo>
                  <a:lnTo>
                    <a:pt x="0" y="1726436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GitHub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05882" y="1724557"/>
            <a:ext cx="3997661" cy="1290341"/>
          </a:xfrm>
          <a:custGeom>
            <a:avLst/>
            <a:gdLst/>
            <a:ahLst/>
            <a:cxnLst/>
            <a:rect l="l" t="t" r="r" b="b"/>
            <a:pathLst>
              <a:path w="3997661" h="1290341">
                <a:moveTo>
                  <a:pt x="0" y="0"/>
                </a:moveTo>
                <a:lnTo>
                  <a:pt x="3997661" y="0"/>
                </a:lnTo>
                <a:lnTo>
                  <a:pt x="3997661" y="1290341"/>
                </a:lnTo>
                <a:lnTo>
                  <a:pt x="0" y="1290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8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336057" y="1724557"/>
            <a:ext cx="5287125" cy="2513802"/>
          </a:xfrm>
          <a:custGeom>
            <a:avLst/>
            <a:gdLst/>
            <a:ahLst/>
            <a:cxnLst/>
            <a:rect l="l" t="t" r="r" b="b"/>
            <a:pathLst>
              <a:path w="5287125" h="2513802">
                <a:moveTo>
                  <a:pt x="0" y="0"/>
                </a:moveTo>
                <a:lnTo>
                  <a:pt x="5287125" y="0"/>
                </a:lnTo>
                <a:lnTo>
                  <a:pt x="5287125" y="2513803"/>
                </a:lnTo>
                <a:lnTo>
                  <a:pt x="0" y="2513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4" b="-2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05882" y="4509672"/>
            <a:ext cx="4365961" cy="2341247"/>
          </a:xfrm>
          <a:custGeom>
            <a:avLst/>
            <a:gdLst/>
            <a:ahLst/>
            <a:cxnLst/>
            <a:rect l="l" t="t" r="r" b="b"/>
            <a:pathLst>
              <a:path w="4365961" h="2341247">
                <a:moveTo>
                  <a:pt x="0" y="0"/>
                </a:moveTo>
                <a:lnTo>
                  <a:pt x="4365961" y="0"/>
                </a:lnTo>
                <a:lnTo>
                  <a:pt x="4365961" y="2341246"/>
                </a:lnTo>
                <a:lnTo>
                  <a:pt x="0" y="2341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61640" y="4509672"/>
            <a:ext cx="4286040" cy="1366175"/>
          </a:xfrm>
          <a:custGeom>
            <a:avLst/>
            <a:gdLst/>
            <a:ahLst/>
            <a:cxnLst/>
            <a:rect l="l" t="t" r="r" b="b"/>
            <a:pathLst>
              <a:path w="4286040" h="1366175">
                <a:moveTo>
                  <a:pt x="0" y="0"/>
                </a:moveTo>
                <a:lnTo>
                  <a:pt x="4286039" y="0"/>
                </a:lnTo>
                <a:lnTo>
                  <a:pt x="4286039" y="1366175"/>
                </a:lnTo>
                <a:lnTo>
                  <a:pt x="0" y="1366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269062"/>
            <a:ext cx="9753600" cy="1294876"/>
            <a:chOff x="0" y="0"/>
            <a:chExt cx="13004800" cy="1726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4800" cy="1726438"/>
            </a:xfrm>
            <a:custGeom>
              <a:avLst/>
              <a:gdLst/>
              <a:ahLst/>
              <a:cxnLst/>
              <a:rect l="l" t="t" r="r" b="b"/>
              <a:pathLst>
                <a:path w="13004800" h="1726438">
                  <a:moveTo>
                    <a:pt x="0" y="0"/>
                  </a:moveTo>
                  <a:lnTo>
                    <a:pt x="13004800" y="0"/>
                  </a:lnTo>
                  <a:lnTo>
                    <a:pt x="13004800" y="1726438"/>
                  </a:lnTo>
                  <a:lnTo>
                    <a:pt x="0" y="1726438"/>
                  </a:lnTo>
                  <a:close/>
                </a:path>
              </a:pathLst>
            </a:custGeom>
            <a:solidFill>
              <a:srgbClr val="2355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004800" cy="17455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071"/>
                </a:lnSpc>
              </a:pPr>
              <a:r>
                <a:rPr lang="en-US" sz="255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Concluzii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5846" y="505997"/>
            <a:ext cx="1349369" cy="820998"/>
            <a:chOff x="0" y="0"/>
            <a:chExt cx="1799158" cy="1094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209" cy="1094613"/>
            </a:xfrm>
            <a:custGeom>
              <a:avLst/>
              <a:gdLst/>
              <a:ahLst/>
              <a:cxnLst/>
              <a:rect l="l" t="t" r="r" b="b"/>
              <a:pathLst>
                <a:path w="1799209" h="1094613">
                  <a:moveTo>
                    <a:pt x="0" y="0"/>
                  </a:moveTo>
                  <a:lnTo>
                    <a:pt x="1799209" y="0"/>
                  </a:lnTo>
                  <a:lnTo>
                    <a:pt x="1799209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0289" y="2209800"/>
            <a:ext cx="7494429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Proiectul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GlobeTrotter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realizeaza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portal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turistic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invatat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structurez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proiect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multi-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pagina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HTML/CSS/JS de la zero.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Implementarea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autentificarii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localStorage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fost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provocare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valoroasa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Design-ul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atractiv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responsive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imbunatateste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experienta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utilizatorului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indent="-342900" algn="l">
              <a:lnSpc>
                <a:spcPts val="2304"/>
              </a:lnSpc>
              <a:buFont typeface="Arial" panose="020B0604020202020204" pitchFamily="34" charset="0"/>
              <a:buChar char="•"/>
            </a:pP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viitor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backend ,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baza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date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mare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integrare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0" dirty="0" err="1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plati</a:t>
            </a:r>
            <a:r>
              <a:rPr lang="en-US" sz="1920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online.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Custom</PresentationFormat>
  <Paragraphs>70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 Bold</vt:lpstr>
      <vt:lpstr>Arial Bold</vt:lpstr>
      <vt:lpstr>Arial</vt:lpstr>
      <vt:lpstr>Aptos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GlobeTrotter_Prezentare.pptx</dc:title>
  <cp:lastModifiedBy>Ștefan Vornicov</cp:lastModifiedBy>
  <cp:revision>5</cp:revision>
  <dcterms:created xsi:type="dcterms:W3CDTF">2006-08-16T00:00:00Z</dcterms:created>
  <dcterms:modified xsi:type="dcterms:W3CDTF">2026-04-29T09:41:20Z</dcterms:modified>
  <dc:identifier>DAHIOO199ug</dc:identifier>
</cp:coreProperties>
</file>